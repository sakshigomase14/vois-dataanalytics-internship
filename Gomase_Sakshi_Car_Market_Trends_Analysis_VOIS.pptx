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7"/>
  </p:notesMasterIdLst>
  <p:handoutMasterIdLst>
    <p:handoutMasterId r:id="rId18"/>
  </p:handoutMasterIdLst>
  <p:sldIdLst>
    <p:sldId id="338" r:id="rId5"/>
    <p:sldId id="327" r:id="rId6"/>
    <p:sldId id="315" r:id="rId7"/>
    <p:sldId id="329" r:id="rId8"/>
    <p:sldId id="302" r:id="rId9"/>
    <p:sldId id="341" r:id="rId10"/>
    <p:sldId id="340" r:id="rId11"/>
    <p:sldId id="342" r:id="rId12"/>
    <p:sldId id="343" r:id="rId13"/>
    <p:sldId id="344" r:id="rId14"/>
    <p:sldId id="345" r:id="rId15"/>
    <p:sldId id="34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8/31/2026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8/31/2026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690" r:id="rId2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abc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abc" TargetMode="Externa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abc" TargetMode="Externa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abc" TargetMode="Externa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abc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64906" y="4441625"/>
            <a:ext cx="8248054" cy="1059543"/>
          </a:xfrm>
        </p:spPr>
        <p:txBody>
          <a:bodyPr/>
          <a:lstStyle/>
          <a:p>
            <a:r>
              <a:rPr lang="en-US" b="0" dirty="0">
                <a:solidFill>
                  <a:schemeClr val="tx1"/>
                </a:solidFill>
              </a:rPr>
              <a:t>Student Name – Gomase Sakshi Sandip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906" y="1567544"/>
            <a:ext cx="8024328" cy="1782146"/>
          </a:xfrm>
        </p:spPr>
        <p:txBody>
          <a:bodyPr>
            <a:normAutofit/>
          </a:bodyPr>
          <a:lstStyle/>
          <a:p>
            <a:r>
              <a:rPr lang="en-GB" sz="3200" dirty="0"/>
              <a:t>Project Title- </a:t>
            </a:r>
            <a:r>
              <a:rPr lang="en-IN" sz="3200" dirty="0"/>
              <a:t>Car Market Trends Analysis with Car Dekho Data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1464906" y="3349690"/>
            <a:ext cx="8024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:STU698d6919884ad1770875161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79" y="1340528"/>
            <a:ext cx="8106851" cy="513139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1"/>
                </a:solidFill>
              </a:rPr>
              <a:t>The used-car market contains a large amount of information about vehicle prices, manufacturing year, kilometres driven, fuel type, seller type, transmission and ownership.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1"/>
                </a:solidFill>
              </a:rPr>
              <a:t>However, raw vehicle data makes it difficult to identify important market trends and understand factors affecting resale prices.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Objectives: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dirty="0" err="1">
                <a:solidFill>
                  <a:schemeClr val="tx1"/>
                </a:solidFill>
              </a:rPr>
              <a:t>Analyze</a:t>
            </a:r>
            <a:r>
              <a:rPr lang="en-IN" dirty="0">
                <a:solidFill>
                  <a:schemeClr val="tx1"/>
                </a:solidFill>
              </a:rPr>
              <a:t> the Car Dekho vehicle dataset.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Understand vehicle price and market trends.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dirty="0" err="1">
                <a:solidFill>
                  <a:schemeClr val="tx1"/>
                </a:solidFill>
              </a:rPr>
              <a:t>Analyze</a:t>
            </a:r>
            <a:r>
              <a:rPr lang="en-IN" dirty="0">
                <a:solidFill>
                  <a:schemeClr val="tx1"/>
                </a:solidFill>
              </a:rPr>
              <a:t> depreciation in vehicle prices.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Identify popular vehicle models.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Compare cars and two-wheelers.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Study the effect of vehicle age and kilometres driven on selling price.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Identify unusual or attractive resale deals. </a:t>
            </a:r>
          </a:p>
          <a:p>
            <a:pPr marL="457200" lvl="0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261257"/>
            <a:ext cx="6995604" cy="886231"/>
          </a:xfrm>
        </p:spPr>
        <p:txBody>
          <a:bodyPr>
            <a:normAutofit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289249"/>
            <a:ext cx="10069805" cy="634482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IN" sz="2200" b="0" dirty="0"/>
              <a:t>Car Market Trends Analysis with Car Dekho Data is a Python-based data analytics project that </a:t>
            </a:r>
            <a:r>
              <a:rPr lang="en-IN" sz="2200" b="0" dirty="0" err="1"/>
              <a:t>analyzes</a:t>
            </a:r>
            <a:r>
              <a:rPr lang="en-IN" sz="2200" b="0" dirty="0"/>
              <a:t> vehicle market data using Pandas, NumPy and Matplotlib.</a:t>
            </a:r>
            <a:br>
              <a:rPr lang="en-IN" sz="2200" b="0" dirty="0"/>
            </a:br>
            <a:br>
              <a:rPr lang="en-IN" sz="2200" b="0" dirty="0"/>
            </a:br>
            <a:r>
              <a:rPr lang="en-IN" sz="2200" b="0" dirty="0"/>
              <a:t>The project performs data cleaning, exploratory data analysis, statistical analysis and price/depreciation analysis.</a:t>
            </a:r>
            <a:br>
              <a:rPr lang="en-IN" sz="2200" b="0" dirty="0"/>
            </a:br>
            <a:br>
              <a:rPr lang="en-IN" sz="2200" b="0" dirty="0"/>
            </a:br>
            <a:r>
              <a:rPr lang="en-IN" sz="2200" dirty="0"/>
              <a:t>Key Analysis Performed:</a:t>
            </a:r>
            <a:br>
              <a:rPr lang="en-IN" sz="2200" b="0" dirty="0"/>
            </a:br>
            <a:br>
              <a:rPr lang="en-IN" sz="1200" b="0" dirty="0"/>
            </a:br>
            <a:r>
              <a:rPr lang="en-IN" sz="1800" b="0" dirty="0"/>
              <a:t>Dataset structure and statistical summary </a:t>
            </a:r>
            <a:br>
              <a:rPr lang="en-IN" sz="1800" b="0" dirty="0"/>
            </a:br>
            <a:r>
              <a:rPr lang="en-IN" sz="1800" b="0" dirty="0"/>
              <a:t>Missing-value analysis </a:t>
            </a:r>
            <a:br>
              <a:rPr lang="en-IN" sz="1800" b="0" dirty="0"/>
            </a:br>
            <a:r>
              <a:rPr lang="en-IN" sz="1800" b="0" dirty="0"/>
              <a:t>Vehicle manufacturing year analysis </a:t>
            </a:r>
            <a:br>
              <a:rPr lang="en-IN" sz="1800" b="0" dirty="0"/>
            </a:br>
            <a:r>
              <a:rPr lang="en-IN" sz="1800" b="0" dirty="0"/>
              <a:t>Selling price and present price analysis </a:t>
            </a:r>
            <a:br>
              <a:rPr lang="en-IN" sz="1800" b="0" dirty="0"/>
            </a:br>
            <a:r>
              <a:rPr lang="en-IN" sz="1800" b="0" dirty="0"/>
              <a:t>Fuel-type analysis </a:t>
            </a:r>
            <a:br>
              <a:rPr lang="en-IN" sz="1800" b="0" dirty="0"/>
            </a:br>
            <a:r>
              <a:rPr lang="en-IN" sz="1800" b="0" dirty="0"/>
              <a:t>Seller-type analysis </a:t>
            </a:r>
            <a:br>
              <a:rPr lang="en-IN" sz="1800" b="0" dirty="0"/>
            </a:br>
            <a:r>
              <a:rPr lang="en-IN" sz="1800" b="0" dirty="0"/>
              <a:t>Transmission analysis </a:t>
            </a:r>
            <a:br>
              <a:rPr lang="en-IN" sz="1800" b="0" dirty="0"/>
            </a:br>
            <a:r>
              <a:rPr lang="en-IN" sz="1800" b="0" dirty="0"/>
              <a:t>Ownership analysis </a:t>
            </a:r>
            <a:br>
              <a:rPr lang="en-IN" sz="1800" b="0" dirty="0"/>
            </a:br>
            <a:r>
              <a:rPr lang="en-IN" sz="1800" b="0" dirty="0"/>
              <a:t>Vehicle depreciation analysis </a:t>
            </a:r>
            <a:br>
              <a:rPr lang="en-IN" sz="1800" dirty="0"/>
            </a:br>
            <a:r>
              <a:rPr lang="en-IN" sz="1800" b="0" dirty="0"/>
              <a:t>Two-wheeler analysis </a:t>
            </a:r>
            <a:br>
              <a:rPr lang="en-IN" sz="1800" b="0" dirty="0"/>
            </a:br>
            <a:r>
              <a:rPr lang="en-IN" sz="1800" b="0" dirty="0"/>
              <a:t>Car-only analysis </a:t>
            </a:r>
            <a:br>
              <a:rPr lang="en-IN" sz="1800" b="0" dirty="0"/>
            </a:br>
            <a:r>
              <a:rPr lang="en-IN" sz="1800" b="0" dirty="0"/>
              <a:t>Relationship between age, kilometres driven and selling price </a:t>
            </a:r>
            <a:br>
              <a:rPr lang="en-IN" sz="1200" b="0" dirty="0"/>
            </a:br>
            <a:br>
              <a:rPr lang="en-IN" sz="1200" dirty="0"/>
            </a:br>
            <a:br>
              <a:rPr lang="en-IN" sz="2200" b="0" dirty="0"/>
            </a:br>
            <a:endParaRPr lang="en-IN" sz="2200" b="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47500" lnSpcReduction="20000"/>
          </a:bodyPr>
          <a:lstStyle/>
          <a:p>
            <a:r>
              <a:rPr lang="en-IN" sz="3600" b="1" dirty="0">
                <a:solidFill>
                  <a:schemeClr val="tx1"/>
                </a:solidFill>
              </a:rPr>
              <a:t>🚗 Used-Car Buyers</a:t>
            </a:r>
          </a:p>
          <a:p>
            <a:pPr marL="0" indent="0">
              <a:buNone/>
            </a:pPr>
            <a:r>
              <a:rPr lang="en-IN" sz="3600" dirty="0">
                <a:solidFill>
                  <a:schemeClr val="tx1"/>
                </a:solidFill>
              </a:rPr>
              <a:t>      Can compare vehicle prices and understand depreciation.</a:t>
            </a:r>
          </a:p>
          <a:p>
            <a:r>
              <a:rPr lang="en-IN" sz="3600" b="1" dirty="0">
                <a:solidFill>
                  <a:schemeClr val="tx1"/>
                </a:solidFill>
              </a:rPr>
              <a:t>💼 Used-Car Sellers</a:t>
            </a:r>
          </a:p>
          <a:p>
            <a:pPr marL="0" indent="0">
              <a:buNone/>
            </a:pPr>
            <a:r>
              <a:rPr lang="en-IN" sz="3600" dirty="0">
                <a:solidFill>
                  <a:schemeClr val="tx1"/>
                </a:solidFill>
              </a:rPr>
              <a:t>      Can estimate resale-value patterns based on vehicle characteristics.</a:t>
            </a:r>
          </a:p>
          <a:p>
            <a:r>
              <a:rPr lang="en-IN" sz="3600" b="1" dirty="0">
                <a:solidFill>
                  <a:schemeClr val="tx1"/>
                </a:solidFill>
              </a:rPr>
              <a:t>🏢 Car Dealers</a:t>
            </a:r>
          </a:p>
          <a:p>
            <a:pPr marL="0" indent="0">
              <a:buNone/>
            </a:pPr>
            <a:r>
              <a:rPr lang="en-IN" sz="3600" dirty="0">
                <a:solidFill>
                  <a:schemeClr val="tx1"/>
                </a:solidFill>
              </a:rPr>
              <a:t>      Can use market trends to support pricing and inventory decisions.</a:t>
            </a:r>
          </a:p>
          <a:p>
            <a:r>
              <a:rPr lang="en-IN" sz="3600" b="1" dirty="0">
                <a:solidFill>
                  <a:schemeClr val="tx1"/>
                </a:solidFill>
              </a:rPr>
              <a:t>📊 Data Analysts</a:t>
            </a:r>
          </a:p>
          <a:p>
            <a:pPr marL="0" indent="0">
              <a:buNone/>
            </a:pPr>
            <a:r>
              <a:rPr lang="en-IN" sz="3600" dirty="0">
                <a:solidFill>
                  <a:schemeClr val="tx1"/>
                </a:solidFill>
              </a:rPr>
              <a:t>      Can use the project as an example of exploratory data analysis.</a:t>
            </a:r>
          </a:p>
          <a:p>
            <a:r>
              <a:rPr lang="en-IN" sz="3600" b="1" dirty="0">
                <a:solidFill>
                  <a:schemeClr val="tx1"/>
                </a:solidFill>
              </a:rPr>
              <a:t>🎓 Students &amp; Researchers</a:t>
            </a:r>
          </a:p>
          <a:p>
            <a:pPr marL="0" indent="0">
              <a:buNone/>
            </a:pPr>
            <a:r>
              <a:rPr lang="en-IN" sz="3600" dirty="0">
                <a:solidFill>
                  <a:schemeClr val="tx1"/>
                </a:solidFill>
              </a:rPr>
              <a:t>      Can study vehicle-market trends and practice data analytics techniques.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22106" y="1432560"/>
            <a:ext cx="7496214" cy="5243448"/>
          </a:xfrm>
        </p:spPr>
        <p:txBody>
          <a:bodyPr>
            <a:normAutofit fontScale="70000" lnSpcReduction="20000"/>
          </a:bodyPr>
          <a:lstStyle/>
          <a:p>
            <a:r>
              <a:rPr lang="en-IN" sz="2600" b="1" dirty="0">
                <a:solidFill>
                  <a:schemeClr val="tx1"/>
                </a:solidFill>
              </a:rPr>
              <a:t>Programming Language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      Python</a:t>
            </a:r>
          </a:p>
          <a:p>
            <a:r>
              <a:rPr lang="en-IN" sz="2600" b="1" dirty="0">
                <a:solidFill>
                  <a:schemeClr val="tx1"/>
                </a:solidFill>
              </a:rPr>
              <a:t>Development Environment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         Jupyter Notebook / VS Code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sz="2600" b="1" dirty="0">
                <a:solidFill>
                  <a:schemeClr val="tx1"/>
                </a:solidFill>
              </a:rPr>
              <a:t>Libraries</a:t>
            </a:r>
          </a:p>
          <a:p>
            <a:pPr marL="0" lv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         Pandas</a:t>
            </a:r>
            <a:r>
              <a:rPr lang="en-IN" dirty="0">
                <a:solidFill>
                  <a:schemeClr val="tx1"/>
                </a:solidFill>
              </a:rPr>
              <a:t> — Data loading, cleaning and analysis </a:t>
            </a:r>
          </a:p>
          <a:p>
            <a:pPr marL="0" lv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         NumPy</a:t>
            </a:r>
            <a:r>
              <a:rPr lang="en-IN" dirty="0">
                <a:solidFill>
                  <a:schemeClr val="tx1"/>
                </a:solidFill>
              </a:rPr>
              <a:t> — Numerical calculations </a:t>
            </a:r>
          </a:p>
          <a:p>
            <a:pPr marL="0" lv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         Matplotlib</a:t>
            </a:r>
            <a:r>
              <a:rPr lang="en-IN" dirty="0">
                <a:solidFill>
                  <a:schemeClr val="tx1"/>
                </a:solidFill>
              </a:rPr>
              <a:t> — Data visualization </a:t>
            </a:r>
          </a:p>
          <a:p>
            <a:r>
              <a:rPr lang="en-IN" sz="2600" b="1" dirty="0">
                <a:solidFill>
                  <a:schemeClr val="tx1"/>
                </a:solidFill>
              </a:rPr>
              <a:t>Dataset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        Car Dekho Dataset (.csv)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sz="2600" b="1" dirty="0">
                <a:solidFill>
                  <a:schemeClr val="tx1"/>
                </a:solidFill>
              </a:rPr>
              <a:t>Version Control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        Git &amp; GitHub</a:t>
            </a:r>
            <a:endParaRPr lang="en-IN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CA553-6689-05A5-356B-DF0618477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804" y="172065"/>
            <a:ext cx="9050694" cy="807649"/>
          </a:xfrm>
        </p:spPr>
        <p:txBody>
          <a:bodyPr/>
          <a:lstStyle/>
          <a:p>
            <a:pPr algn="l"/>
            <a:r>
              <a:rPr lang="en-IN" sz="4800" b="1" dirty="0">
                <a:solidFill>
                  <a:schemeClr val="tx1"/>
                </a:solidFill>
              </a:rPr>
              <a:t>Methodology /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870C8-F36E-575A-FAC0-D36C5D45C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6" y="1063690"/>
            <a:ext cx="8812591" cy="5794310"/>
          </a:xfrm>
        </p:spPr>
        <p:txBody>
          <a:bodyPr>
            <a:noAutofit/>
          </a:bodyPr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Dataset Collection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        ↓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Data Loading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        ↓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Data Inspection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        ↓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Data Cleaning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        ↓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Exploratory Data Analysis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        ↓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Price &amp; Depreciation Analysis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        ↓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Car / Two-Wheeler Segmentation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        ↓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Data Visualization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        ↓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Insights &amp; Conclusions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31DA7-1A25-2D54-EF12-C37D3A935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883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13628" y="5225143"/>
            <a:ext cx="10372559" cy="13432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u="sng" dirty="0">
                <a:solidFill>
                  <a:srgbClr val="0070C0"/>
                </a:solidFill>
              </a:rPr>
              <a:t> </a:t>
            </a:r>
          </a:p>
          <a:p>
            <a:r>
              <a:rPr lang="en-GB" sz="2000" b="0" u="sng" dirty="0">
                <a:solidFill>
                  <a:srgbClr val="0070C0"/>
                </a:solidFill>
              </a:rPr>
              <a:t>https://github.com/SakshiGomase14/VOIS-DataAnalytics-Internship</a:t>
            </a:r>
          </a:p>
          <a:p>
            <a:endParaRPr lang="en-GB" sz="2000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DF1E0D5-196E-888B-1888-1591149DC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596" y="1201586"/>
            <a:ext cx="9750490" cy="422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6328C-9572-2811-4B04-5EB92B3A4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33265"/>
            <a:ext cx="8596668" cy="625151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AB11A-A972-F9B8-B591-2DEA4ABD7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5514392"/>
            <a:ext cx="8596668" cy="979714"/>
          </a:xfrm>
        </p:spPr>
        <p:txBody>
          <a:bodyPr/>
          <a:lstStyle/>
          <a:p>
            <a:r>
              <a:rPr lang="en-GB" u="sng" dirty="0">
                <a:solidFill>
                  <a:srgbClr val="0070C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u="sng" dirty="0">
                <a:solidFill>
                  <a:srgbClr val="0070C0"/>
                </a:solidFill>
              </a:rPr>
              <a:t> </a:t>
            </a:r>
            <a:endParaRPr lang="en-IN" u="sng" dirty="0">
              <a:solidFill>
                <a:srgbClr val="0070C0"/>
              </a:solidFill>
            </a:endParaRPr>
          </a:p>
          <a:p>
            <a:r>
              <a:rPr lang="en-GB" u="sng" dirty="0">
                <a:solidFill>
                  <a:srgbClr val="0070C0"/>
                </a:solidFill>
              </a:rPr>
              <a:t>https://github.com/SakshiGomase14/VOIS-DataAnalytics-Internship</a:t>
            </a:r>
          </a:p>
          <a:p>
            <a:endParaRPr lang="en-GB" u="sng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6A04F-99F0-7F57-1EF3-72D12D166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7AC3EA-0DDB-68F7-EB57-4AA1225B7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58416"/>
            <a:ext cx="10235682" cy="465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769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18C0-F237-BDDC-102A-A6DC3F684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21298"/>
            <a:ext cx="8596668" cy="587829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chemeClr val="tx1"/>
                </a:solidFill>
              </a:rPr>
              <a:t>RESULTS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BFAA5-BDD8-8525-3F8F-F8F2A3D93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5486400"/>
            <a:ext cx="8596668" cy="920087"/>
          </a:xfrm>
        </p:spPr>
        <p:txBody>
          <a:bodyPr>
            <a:normAutofit/>
          </a:bodyPr>
          <a:lstStyle/>
          <a:p>
            <a:r>
              <a:rPr lang="en-GB" u="sng" dirty="0">
                <a:solidFill>
                  <a:srgbClr val="0070C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u="sng" dirty="0">
                <a:solidFill>
                  <a:srgbClr val="0070C0"/>
                </a:solidFill>
              </a:rPr>
              <a:t> </a:t>
            </a:r>
          </a:p>
          <a:p>
            <a:r>
              <a:rPr lang="en-GB" u="sng" dirty="0">
                <a:solidFill>
                  <a:srgbClr val="0070C0"/>
                </a:solidFill>
              </a:rPr>
              <a:t>https://github.com/SakshiGomase14/VOIS-DataAnalytics-Internship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47E76-A4DC-BF7B-E4C1-C194A677B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DAC5D1-F1E7-B276-635E-AAA62BF02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12" y="709126"/>
            <a:ext cx="10422294" cy="486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88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91F90-9CA0-3386-46A5-7F8A6915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33265"/>
            <a:ext cx="8596668" cy="559837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8896D-C04A-5CE5-BE05-442D5B275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5449078"/>
            <a:ext cx="8596668" cy="1082351"/>
          </a:xfrm>
        </p:spPr>
        <p:txBody>
          <a:bodyPr>
            <a:normAutofit/>
          </a:bodyPr>
          <a:lstStyle/>
          <a:p>
            <a:r>
              <a:rPr lang="en-GB" u="sng" dirty="0">
                <a:solidFill>
                  <a:srgbClr val="0070C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u="sng" dirty="0">
                <a:solidFill>
                  <a:srgbClr val="0070C0"/>
                </a:solidFill>
              </a:rPr>
              <a:t> </a:t>
            </a:r>
          </a:p>
          <a:p>
            <a:r>
              <a:rPr lang="en-GB" u="sng" dirty="0">
                <a:solidFill>
                  <a:srgbClr val="0070C0"/>
                </a:solidFill>
              </a:rPr>
              <a:t>https://github.com/SakshiGomase14/VOIS-DataAnalytics-Internship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C95FE-9C55-2D93-1F91-4CD69D9BE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2E92A8-F37A-F2E1-3963-6E4053114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78" y="793102"/>
            <a:ext cx="9862457" cy="453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76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A26E0-12A5-3C86-447C-A12C3027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89250"/>
            <a:ext cx="8596668" cy="60649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35CD7-20DE-E76C-F912-77755E5EB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5691673"/>
            <a:ext cx="8596668" cy="714813"/>
          </a:xfrm>
        </p:spPr>
        <p:txBody>
          <a:bodyPr>
            <a:normAutofit lnSpcReduction="10000"/>
          </a:bodyPr>
          <a:lstStyle/>
          <a:p>
            <a:r>
              <a:rPr lang="en-GB" u="sng" dirty="0">
                <a:solidFill>
                  <a:srgbClr val="0070C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u="sng" dirty="0">
                <a:solidFill>
                  <a:srgbClr val="0070C0"/>
                </a:solidFill>
              </a:rPr>
              <a:t> </a:t>
            </a:r>
          </a:p>
          <a:p>
            <a:r>
              <a:rPr lang="en-GB" u="sng" dirty="0">
                <a:solidFill>
                  <a:srgbClr val="0070C0"/>
                </a:solidFill>
              </a:rPr>
              <a:t>https://github.com/SakshiGomase14/VOIS-DataAnalytics-Internship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A2012-B4AA-09CA-514F-43654BA8C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CB8AD0-FFE6-68A7-4697-844A8C5A5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17" y="895740"/>
            <a:ext cx="10328988" cy="456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932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3416-228D-339A-8D3D-D7B3C0723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317241"/>
            <a:ext cx="8596668" cy="634481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tx1"/>
                </a:solidFill>
              </a:rPr>
              <a:t>RESULTS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54C74-3B4F-0C62-DBC5-B0D0DEDF7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5458409"/>
            <a:ext cx="8596668" cy="948078"/>
          </a:xfrm>
        </p:spPr>
        <p:txBody>
          <a:bodyPr>
            <a:normAutofit/>
          </a:bodyPr>
          <a:lstStyle/>
          <a:p>
            <a:r>
              <a:rPr lang="en-GB" u="sng" dirty="0">
                <a:solidFill>
                  <a:srgbClr val="0070C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u="sng" dirty="0">
                <a:solidFill>
                  <a:srgbClr val="0070C0"/>
                </a:solidFill>
              </a:rPr>
              <a:t> </a:t>
            </a:r>
          </a:p>
          <a:p>
            <a:r>
              <a:rPr lang="en-GB" u="sng" dirty="0">
                <a:solidFill>
                  <a:srgbClr val="0070C0"/>
                </a:solidFill>
              </a:rPr>
              <a:t>https://github.com/SakshiGomase14/VOIS-DataAnalytics-Internship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3761E-BB25-CAEA-5BAF-594847CE0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F6FEF6-9093-D042-1D73-C9E566438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78" y="709126"/>
            <a:ext cx="10263673" cy="474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0308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658</TotalTime>
  <Words>485</Words>
  <Application>Microsoft Office PowerPoint</Application>
  <PresentationFormat>Widescreen</PresentationFormat>
  <Paragraphs>83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Trebuchet MS</vt:lpstr>
      <vt:lpstr>Wingdings</vt:lpstr>
      <vt:lpstr>Wingdings 3</vt:lpstr>
      <vt:lpstr>Facet</vt:lpstr>
      <vt:lpstr>Project Title- Car Market Trends Analysis with Car Dekho Data</vt:lpstr>
      <vt:lpstr>PROBLEM  STATEMENT</vt:lpstr>
      <vt:lpstr>Project Description Car Market Trends Analysis with Car Dekho Data is a Python-based data analytics project that analyzes vehicle market data using Pandas, NumPy and Matplotlib.  The project performs data cleaning, exploratory data analysis, statistical analysis and price/depreciation analysis.  Key Analysis Performed:  Dataset structure and statistical summary  Missing-value analysis  Vehicle manufacturing year analysis  Selling price and present price analysis  Fuel-type analysis  Seller-type analysis  Transmission analysis  Ownership analysis  Vehicle depreciation analysis  Two-wheeler analysis  Car-only analysis  Relationship between age, kilometres driven and selling price    </vt:lpstr>
      <vt:lpstr>WHO ARE THE END USERS?</vt:lpstr>
      <vt:lpstr>Technology Used</vt:lpstr>
      <vt:lpstr>Methodology / Workflow</vt:lpstr>
      <vt:lpstr>RESULTS </vt:lpstr>
      <vt:lpstr>RESULTS</vt:lpstr>
      <vt:lpstr>RESULTS</vt:lpstr>
      <vt:lpstr>RESULTS</vt:lpstr>
      <vt:lpstr>RESULTS</vt:lpstr>
      <vt:lpstr>RESULTS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Sakshi Gomase</cp:lastModifiedBy>
  <cp:revision>79</cp:revision>
  <dcterms:created xsi:type="dcterms:W3CDTF">2021-07-11T13:13:15Z</dcterms:created>
  <dcterms:modified xsi:type="dcterms:W3CDTF">2026-08-31T07:05:47Z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